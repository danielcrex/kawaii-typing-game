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486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5843-DD9E-CDA7-49AF-4DCFEA7EB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6A2E7-B8C5-EC2D-8D97-8A5034EDA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76C51-4D4A-F314-6124-F5FA450E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521C0-A5AC-4B3B-9CB9-03A6D247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B4C64-6CDE-140E-90CA-4D31D107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960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BF68F-139D-505B-C145-0C3DB1A08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43A77-8F06-2BAA-B1C4-D2A811AE7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2C23F-7BAE-D13B-BB7A-755572C2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46E9E-363A-2D50-6AA6-1D07B74B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0169B-531F-E621-1F52-2DF657A2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0168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C86E-1801-EEFC-9AEC-5F41FF37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0B178-46D3-C3CD-709C-DB88C273E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EC3AD-EAC6-8880-7D1E-5128E9C6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C87EB-6EA5-3AEC-771B-D2DA25E5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839D2-6753-31F3-5CC1-2DE107E2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247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63F0-5FF9-341E-72EB-EFE776BD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C8619-A7C5-D529-06A0-578E89EFB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86CA7-B032-0B25-B219-C5125B05E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2E63F-EF31-29E4-BAA2-77427078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7F4F9-1F17-789E-3A6E-77D461284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965BC-765F-CF47-B9C3-48FEE689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9820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B503-79FA-4200-D249-CDE6AD9EC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0DD10-C365-3AC2-BDD2-ECA425B26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091E3-B358-0A74-925C-6FF252A2A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BC4D5-2E84-3619-63F0-43717236B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ED446-CF9F-BBC8-3BE0-AB326C9F8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D5950-012B-9F9F-8BB5-A989DD15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1FC72-A4E6-BFB6-8B56-7F9726BC4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B821C-F144-0F10-5F2B-5BE4A1C1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7065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FCE1-DAF9-1D8D-39EC-1DD569B5B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3CF5AF-CE01-1EB4-15D3-BE4E00991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12270-8A99-BD8D-BCBA-8B717F2A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AE825-E750-16AD-07CB-07D0D9D2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0177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F8DB8-9DBA-BC2F-E5ED-1C47A7B4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25E190-E957-B96E-3CCA-48089893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56BCD-B851-587F-A1D4-2A1AF2B4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7490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2670-DA6A-2181-0CC6-1C0507FF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DF75E-AB7B-484B-B308-8EB7079F9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B2423-BDD7-DAC5-E13F-A777E0FDC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AC3D4-341C-DC97-5498-024B47466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6220B-773A-4A29-42E2-D3CC1B9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066AE-10B3-60AB-5848-3C838034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0037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B310A-DE00-EC73-434D-A5E2ECFC3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208FE-935E-2DEB-AA43-02D6641B94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C925F-B57A-B9BC-CE43-2CFCA5728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F2D5B-740D-C576-9812-C77F1986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5F3A7-936A-7368-6C40-24447662D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F8AD5-8B6C-B335-A8B2-647E060C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0447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9E8B-D0CD-C7FD-022E-34099A31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FF274-9857-DC90-12E9-B8C139013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18841-D82A-EC76-6657-0A35366BC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175D0-2DA0-483F-70C9-1D6C03B6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8DAE3-6FCF-40DF-B380-902A311A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056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29B61-D18E-71FB-EE5A-A2DA64116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43CE2-B617-5FA2-F8FC-E2D30B4B8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0AE9B-4571-DF2E-43AD-6EA6ADBE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4A041-4538-D303-B23E-D8D22DC7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2A77-D5DF-1672-06D1-AA2C3F3F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9745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25C0D5-DC73-A572-180B-B0587D564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1E50E-DDA8-FD24-9A94-D1B9838EA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B297-BBD7-37F1-FF85-F9BB58516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6B374-3B1A-48EA-8D3B-A6EDF0F6281D}" type="datetimeFigureOut">
              <a:rPr lang="en-NL" smtClean="0"/>
              <a:t>05/06/2026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D9C1B-75CB-7B7E-2542-70513436F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A589C-BB6D-6392-8D0C-743A8E9CE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14BA3-ED19-491D-935A-7B23C70328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276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F17634-7C9D-7934-8D7A-01FCA941F4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2" t="27458" r="72408" b="58768"/>
          <a:stretch>
            <a:fillRect/>
          </a:stretch>
        </p:blipFill>
        <p:spPr>
          <a:xfrm>
            <a:off x="2948940" y="1570038"/>
            <a:ext cx="1332000" cy="9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51965D-E5D7-8628-7ED3-B896D87080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2" t="12426" r="72408" b="72592"/>
          <a:stretch>
            <a:fillRect/>
          </a:stretch>
        </p:blipFill>
        <p:spPr>
          <a:xfrm>
            <a:off x="2948940" y="450850"/>
            <a:ext cx="1332000" cy="9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CA231-84AA-3CFF-B309-B337D30BBD8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2" t="41076" r="72408" b="45150"/>
          <a:stretch>
            <a:fillRect/>
          </a:stretch>
        </p:blipFill>
        <p:spPr>
          <a:xfrm>
            <a:off x="2948940" y="2606359"/>
            <a:ext cx="1332000" cy="9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4ABD82-F678-B288-2B30-8D7D8EE9EB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2" t="54618" r="72408" b="31608"/>
          <a:stretch>
            <a:fillRect/>
          </a:stretch>
        </p:blipFill>
        <p:spPr>
          <a:xfrm>
            <a:off x="2948940" y="3642680"/>
            <a:ext cx="1332000" cy="97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EA4296-EE17-1C2C-8553-45ADAFED9D2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2" t="68441" r="72408" b="17371"/>
          <a:stretch>
            <a:fillRect/>
          </a:stretch>
        </p:blipFill>
        <p:spPr>
          <a:xfrm>
            <a:off x="2948940" y="4650581"/>
            <a:ext cx="1332000" cy="97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55EB02-AFD1-80EC-FE10-5A3F56C38E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2" t="82610" r="72408" b="3202"/>
          <a:stretch>
            <a:fillRect/>
          </a:stretch>
        </p:blipFill>
        <p:spPr>
          <a:xfrm>
            <a:off x="2948940" y="5686902"/>
            <a:ext cx="1332000" cy="97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329183D-65C4-BB86-8146-B5D2B1B825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78" t="27634" r="48722" b="58592"/>
          <a:stretch>
            <a:fillRect/>
          </a:stretch>
        </p:blipFill>
        <p:spPr>
          <a:xfrm>
            <a:off x="4457700" y="1570038"/>
            <a:ext cx="1332000" cy="972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70A4DC-9CDC-9E90-7C26-53F8E83F9D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0" t="13145" r="50000" b="71873"/>
          <a:stretch>
            <a:fillRect/>
          </a:stretch>
        </p:blipFill>
        <p:spPr>
          <a:xfrm>
            <a:off x="4457700" y="450850"/>
            <a:ext cx="1332000" cy="972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CC37910-A364-B1A4-1DAD-B5C5C61DF7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94" t="41863" r="49306" b="44363"/>
          <a:stretch>
            <a:fillRect/>
          </a:stretch>
        </p:blipFill>
        <p:spPr>
          <a:xfrm>
            <a:off x="4457700" y="2606359"/>
            <a:ext cx="1332000" cy="97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CB74192-15A9-A08D-4111-E6F9FFB49B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18" t="54803" r="48982" b="31423"/>
          <a:stretch>
            <a:fillRect/>
          </a:stretch>
        </p:blipFill>
        <p:spPr>
          <a:xfrm>
            <a:off x="4457700" y="3642680"/>
            <a:ext cx="1332000" cy="972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38E907-3B37-F19B-4F5B-3B80AA920D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68487" r="49167" b="17325"/>
          <a:stretch>
            <a:fillRect/>
          </a:stretch>
        </p:blipFill>
        <p:spPr>
          <a:xfrm>
            <a:off x="4457700" y="4650581"/>
            <a:ext cx="1332000" cy="97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DF1D9F-A9D2-DA92-E70D-447ECB345F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18" t="82564" r="48982" b="3248"/>
          <a:stretch>
            <a:fillRect/>
          </a:stretch>
        </p:blipFill>
        <p:spPr>
          <a:xfrm>
            <a:off x="4457700" y="5686902"/>
            <a:ext cx="1332000" cy="972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D45124F-3133-06DD-EB13-84F71E5CCA0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31" t="27391" r="26569" b="58835"/>
          <a:stretch>
            <a:fillRect/>
          </a:stretch>
        </p:blipFill>
        <p:spPr>
          <a:xfrm>
            <a:off x="5966460" y="1570038"/>
            <a:ext cx="1332000" cy="972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BDD8207-5BFA-5E32-BD36-F9D373F56E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58" t="12833" r="26342" b="72185"/>
          <a:stretch>
            <a:fillRect/>
          </a:stretch>
        </p:blipFill>
        <p:spPr>
          <a:xfrm>
            <a:off x="5966460" y="450850"/>
            <a:ext cx="1332000" cy="972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F865B12-8423-8F9B-1360-5F552201CA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98" t="40890" r="26702" b="45336"/>
          <a:stretch>
            <a:fillRect/>
          </a:stretch>
        </p:blipFill>
        <p:spPr>
          <a:xfrm>
            <a:off x="5966460" y="2606359"/>
            <a:ext cx="1332000" cy="972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977F85D-A7F3-A8CA-A8B6-7A00B996056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35" t="54838" r="26065" b="31388"/>
          <a:stretch>
            <a:fillRect/>
          </a:stretch>
        </p:blipFill>
        <p:spPr>
          <a:xfrm>
            <a:off x="5966460" y="3642680"/>
            <a:ext cx="1332000" cy="972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8F1E32D-F327-C8A2-036F-22CED992B8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93" t="68418" r="26007" b="17394"/>
          <a:stretch>
            <a:fillRect/>
          </a:stretch>
        </p:blipFill>
        <p:spPr>
          <a:xfrm>
            <a:off x="5966460" y="4650581"/>
            <a:ext cx="1332000" cy="972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094BBB6-FC53-ECC2-7021-54ABFF0A65F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88" t="82599" r="26412" b="3213"/>
          <a:stretch>
            <a:fillRect/>
          </a:stretch>
        </p:blipFill>
        <p:spPr>
          <a:xfrm>
            <a:off x="5966460" y="5686902"/>
            <a:ext cx="1332000" cy="972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F98B0B8-EFFF-C978-E5E0-E3CAFC28FB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53" t="27426" r="4347" b="58800"/>
          <a:stretch>
            <a:fillRect/>
          </a:stretch>
        </p:blipFill>
        <p:spPr>
          <a:xfrm>
            <a:off x="7475220" y="1570038"/>
            <a:ext cx="1332000" cy="972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F3F9926-3C87-9790-04F8-CC35172708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85" t="12520" r="4015" b="72498"/>
          <a:stretch>
            <a:fillRect/>
          </a:stretch>
        </p:blipFill>
        <p:spPr>
          <a:xfrm>
            <a:off x="7475220" y="450850"/>
            <a:ext cx="1332000" cy="972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75BCCDE-516E-DD14-B22F-B8626B49CC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59" t="40890" r="4341" b="45336"/>
          <a:stretch>
            <a:fillRect/>
          </a:stretch>
        </p:blipFill>
        <p:spPr>
          <a:xfrm>
            <a:off x="7475220" y="2606359"/>
            <a:ext cx="1332000" cy="972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A28B003-C4FC-BA7C-8B2C-8B88007BBE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06" t="54664" r="4294" b="31562"/>
          <a:stretch>
            <a:fillRect/>
          </a:stretch>
        </p:blipFill>
        <p:spPr>
          <a:xfrm>
            <a:off x="7475220" y="3642680"/>
            <a:ext cx="1332000" cy="972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68DA4B2-BA95-1C8A-5350-34AFBE28CD5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64" t="68453" r="4236" b="17359"/>
          <a:stretch>
            <a:fillRect/>
          </a:stretch>
        </p:blipFill>
        <p:spPr>
          <a:xfrm>
            <a:off x="7475220" y="4650581"/>
            <a:ext cx="1332000" cy="972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A1D2A93-2D14-B9ED-3D5D-1219F61CB1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67" t="82564" r="4433" b="3248"/>
          <a:stretch>
            <a:fillRect/>
          </a:stretch>
        </p:blipFill>
        <p:spPr>
          <a:xfrm>
            <a:off x="7475220" y="5686902"/>
            <a:ext cx="1332000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7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Di Crescenzo</dc:creator>
  <cp:lastModifiedBy>Daniele Di Crescenzo</cp:lastModifiedBy>
  <cp:revision>1</cp:revision>
  <dcterms:created xsi:type="dcterms:W3CDTF">2026-06-05T17:51:43Z</dcterms:created>
  <dcterms:modified xsi:type="dcterms:W3CDTF">2026-06-05T18:35:51Z</dcterms:modified>
</cp:coreProperties>
</file>